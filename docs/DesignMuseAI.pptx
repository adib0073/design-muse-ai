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D733-EA30-C83A-3374-3110CDBF0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46B74-B784-9BB5-7D3C-7EE0AC5FA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E8A98-6548-0458-19C8-43B9B8DF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E14D-4731-D68C-8C86-C3CD4D68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154B-FE15-8A86-15CC-9A6DB741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6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2010-37B8-1B15-C2A5-282745F3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4959-63CB-796E-DD4B-BFC0670B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C62EB-15D8-01CF-DCBF-2ABE84A0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973E-0A99-3C4B-A9F9-9CFC3849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94D3-9977-D0F1-2229-8309A4A5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42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ED5B-B6BD-E5FE-5CF3-88FD42D2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7F8BA-547A-E759-E37D-22A0CA6E0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AB1CE-A7B9-9BE2-8519-E642C3EE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03D37-DCB7-90BE-2BC8-4DC5A638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D1A9D-5D29-F8B2-BF8F-AE0C4AFB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8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F1BC-6C71-AE95-BEA7-96292787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43450-9116-1C4B-2C1C-5B1BD1FDD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66CC3-8B0F-719C-4D30-BD5CC2E8C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83712-EEC8-72EB-D481-475B3CF3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B8BED-428B-D691-49B3-DD741505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84377-392C-2F4A-828D-223E588C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68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74C7-C5B4-9D0E-8971-90D1B193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E8D8-7372-6421-B763-8B8D7B4B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E972E-3141-8FF2-EE5A-83E934977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01543-433F-8381-2237-DF7AA42F2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AD535-B58A-3ED4-BFF2-87E46A3A4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EF975-123A-1630-5CD8-72894AE1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63BD9-74D8-0EE3-3B14-7B5C5BF0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954EB-35A7-67CC-7A0C-98E76C99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68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ECC9-19D6-E4A2-92F5-EBA43939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8EE81-3D1B-C253-1F47-34504C73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04B87-C67C-8FD2-81FB-C34948F1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3857D-60ED-A05C-2020-40D6373A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35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EB0E2-F3DD-690C-8252-5BD12920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5B509-F192-55AE-5F17-3F9B4BD7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E45ED-8F1E-C678-281B-6BE178BA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4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FAAF-0C35-B536-B9A0-E7747BE3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3CB8-F7F0-8B21-9FFF-5BEA04647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A72F8-1A11-4975-674B-C88D4002A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21FEE-0A25-7CC1-2329-EC3CBBB0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34E3B-7081-20F2-3C30-887A05DD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E1535-4AED-1E1D-72CC-26EFCCB1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9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EC7BB-8746-2C17-345E-03CA3E4D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9CC75C-2084-DAA3-90B1-9FB22BB9F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0D35C-D005-E9C1-0A84-E3232DD0F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3A18C-C897-D25E-812D-439C2EAE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1F5CD-CDA4-6AC0-A0CC-F4A9CC18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C1CDD-5727-0FEF-DBF9-A6FBA549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69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144E-F926-63E3-4CFE-A1E79EE5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ADA73-5A24-2EAD-834C-4434A6EF9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98171-8903-E6CD-BA12-BE7CF1EC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94E66-8B86-76AD-EDA5-09B142A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C864D-1883-D69E-C0FC-B3D84D15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81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93E39-99ED-F322-362A-E1EFFD388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A6142-C9A2-6E45-E2A5-A66DDE65C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C379-EE83-7E7F-47BF-3286B3CE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128B-A354-AD85-3C8A-0AC644A6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C7959-F599-66D8-35F3-6315E0D2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5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74E34-B879-A9CA-DC6D-1164F8EC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8A10-E6E7-F444-6370-569E9D085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D8229-23E8-09B0-23F9-7638F81C1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E9F5-6FA1-43B3-B7AE-32383FF2DBD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77E51-E4EB-BD41-BAF2-AE838BB3C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2ED6A-7F97-E924-89A0-F5FD0E81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68AA8-4494-450B-9736-07353982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5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B03697-A276-B1D3-5097-01BED2C74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666843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5E4AAC-76C5-4BE3-DBCB-095E84F6E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41" y="5721376"/>
            <a:ext cx="1649540" cy="61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10F9D4-FF0E-A8C2-E327-57E0A2C9C82F}"/>
              </a:ext>
            </a:extLst>
          </p:cNvPr>
          <p:cNvSpPr txBox="1"/>
          <p:nvPr/>
        </p:nvSpPr>
        <p:spPr>
          <a:xfrm>
            <a:off x="3861920" y="5943747"/>
            <a:ext cx="3016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Powered By</a:t>
            </a:r>
          </a:p>
        </p:txBody>
      </p:sp>
    </p:spTree>
    <p:extLst>
      <p:ext uri="{BB962C8B-B14F-4D97-AF65-F5344CB8AC3E}">
        <p14:creationId xmlns:p14="http://schemas.microsoft.com/office/powerpoint/2010/main" val="2781593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Bhattacharya</dc:creator>
  <cp:lastModifiedBy>Aditya Bhattacharya</cp:lastModifiedBy>
  <cp:revision>1</cp:revision>
  <dcterms:created xsi:type="dcterms:W3CDTF">2026-03-14T10:06:19Z</dcterms:created>
  <dcterms:modified xsi:type="dcterms:W3CDTF">2026-03-14T10:40:27Z</dcterms:modified>
</cp:coreProperties>
</file>